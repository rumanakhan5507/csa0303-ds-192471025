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71" r:id="rId18"/>
  </p:sldIdLst>
  <p:sldSz cx="18288000" cy="10287000"/>
  <p:notesSz cx="6858000" cy="9144000"/>
  <p:embeddedFontLst>
    <p:embeddedFont>
      <p:font typeface="Times New Roman Bold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mana khan" userId="ad7617575f698bed" providerId="LiveId" clId="{5FC37428-9A96-4CF1-A162-8A847FFC90CA}"/>
    <pc:docChg chg="undo custSel addSld delSld modSld sldOrd">
      <pc:chgData name="Rumana khan" userId="ad7617575f698bed" providerId="LiveId" clId="{5FC37428-9A96-4CF1-A162-8A847FFC90CA}" dt="2026-07-23T11:41:17.126" v="2443" actId="20577"/>
      <pc:docMkLst>
        <pc:docMk/>
      </pc:docMkLst>
      <pc:sldChg chg="addSp modSp mod">
        <pc:chgData name="Rumana khan" userId="ad7617575f698bed" providerId="LiveId" clId="{5FC37428-9A96-4CF1-A162-8A847FFC90CA}" dt="2026-07-23T11:41:17.126" v="2443" actId="20577"/>
        <pc:sldMkLst>
          <pc:docMk/>
          <pc:sldMk cId="0" sldId="256"/>
        </pc:sldMkLst>
        <pc:spChg chg="mod">
          <ac:chgData name="Rumana khan" userId="ad7617575f698bed" providerId="LiveId" clId="{5FC37428-9A96-4CF1-A162-8A847FFC90CA}" dt="2026-07-19T06:29:09.860" v="129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7-23T11:41:17.126" v="244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31:38.112" v="1406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31:47.390" v="1408" actId="1076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Rumana khan" userId="ad7617575f698bed" providerId="LiveId" clId="{5FC37428-9A96-4CF1-A162-8A847FFC90CA}" dt="2026-07-19T06:31:43.646" v="1407" actId="1076"/>
          <ac:spMkLst>
            <pc:docMk/>
            <pc:sldMk cId="0" sldId="256"/>
            <ac:spMk id="13" creationId="{0AD2AA8B-4247-4749-451B-EAEA3270EB27}"/>
          </ac:spMkLst>
        </pc:spChg>
        <pc:grpChg chg="mod">
          <ac:chgData name="Rumana khan" userId="ad7617575f698bed" providerId="LiveId" clId="{5FC37428-9A96-4CF1-A162-8A847FFC90CA}" dt="2026-07-19T06:31:51.650" v="1409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del">
        <pc:chgData name="Rumana khan" userId="ad7617575f698bed" providerId="LiveId" clId="{5FC37428-9A96-4CF1-A162-8A847FFC90CA}" dt="2026-07-16T15:02:02.604" v="461" actId="2696"/>
        <pc:sldMkLst>
          <pc:docMk/>
          <pc:sldMk cId="0" sldId="257"/>
        </pc:sldMkLst>
      </pc:sldChg>
      <pc:sldChg chg="addSp modSp mod">
        <pc:chgData name="Rumana khan" userId="ad7617575f698bed" providerId="LiveId" clId="{5FC37428-9A96-4CF1-A162-8A847FFC90CA}" dt="2026-07-19T06:38:51.795" v="1476" actId="1076"/>
        <pc:sldMkLst>
          <pc:docMk/>
          <pc:sldMk cId="0" sldId="258"/>
        </pc:sldMkLst>
        <pc:spChg chg="mod">
          <ac:chgData name="Rumana khan" userId="ad7617575f698bed" providerId="LiveId" clId="{5FC37428-9A96-4CF1-A162-8A847FFC90CA}" dt="2026-07-19T06:33:58.369" v="1414" actId="113"/>
          <ac:spMkLst>
            <pc:docMk/>
            <pc:sldMk cId="0" sldId="258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37:27.433" v="1474" actId="20577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7-19T06:38:51.795" v="1476" actId="1076"/>
          <ac:picMkLst>
            <pc:docMk/>
            <pc:sldMk cId="0" sldId="258"/>
            <ac:picMk id="1026" creationId="{94FC32BB-9601-E05A-23BF-B211BB884A22}"/>
          </ac:picMkLst>
        </pc:picChg>
      </pc:sldChg>
      <pc:sldChg chg="addSp delSp modSp mod">
        <pc:chgData name="Rumana khan" userId="ad7617575f698bed" providerId="LiveId" clId="{5FC37428-9A96-4CF1-A162-8A847FFC90CA}" dt="2026-07-19T06:42:12.862" v="1631" actId="1076"/>
        <pc:sldMkLst>
          <pc:docMk/>
          <pc:sldMk cId="0" sldId="259"/>
        </pc:sldMkLst>
        <pc:spChg chg="mod">
          <ac:chgData name="Rumana khan" userId="ad7617575f698bed" providerId="LiveId" clId="{5FC37428-9A96-4CF1-A162-8A847FFC90CA}" dt="2026-07-19T06:41:51.182" v="162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42:07.809" v="1630" actId="14100"/>
          <ac:spMkLst>
            <pc:docMk/>
            <pc:sldMk cId="0" sldId="259"/>
            <ac:spMk id="5" creationId="{00000000-0000-0000-0000-000000000000}"/>
          </ac:spMkLst>
        </pc:spChg>
        <pc:picChg chg="add mod">
          <ac:chgData name="Rumana khan" userId="ad7617575f698bed" providerId="LiveId" clId="{5FC37428-9A96-4CF1-A162-8A847FFC90CA}" dt="2026-07-19T06:42:12.862" v="1631" actId="1076"/>
          <ac:picMkLst>
            <pc:docMk/>
            <pc:sldMk cId="0" sldId="259"/>
            <ac:picMk id="2050" creationId="{C2A91F74-15AB-0C86-5F7D-FE1647C71FE1}"/>
          </ac:picMkLst>
        </pc:picChg>
      </pc:sldChg>
      <pc:sldChg chg="addSp delSp modSp mod">
        <pc:chgData name="Rumana khan" userId="ad7617575f698bed" providerId="LiveId" clId="{5FC37428-9A96-4CF1-A162-8A847FFC90CA}" dt="2026-07-23T11:13:48.435" v="2362" actId="1076"/>
        <pc:sldMkLst>
          <pc:docMk/>
          <pc:sldMk cId="0" sldId="260"/>
        </pc:sldMkLst>
        <pc:spChg chg="mod">
          <ac:chgData name="Rumana khan" userId="ad7617575f698bed" providerId="LiveId" clId="{5FC37428-9A96-4CF1-A162-8A847FFC90CA}" dt="2026-07-19T06:43:41.288" v="1685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44:57.674" v="1716" actId="20577"/>
          <ac:spMkLst>
            <pc:docMk/>
            <pc:sldMk cId="0" sldId="260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7-23T11:13:48.435" v="2362" actId="1076"/>
          <ac:picMkLst>
            <pc:docMk/>
            <pc:sldMk cId="0" sldId="260"/>
            <ac:picMk id="1026" creationId="{EAA8E4A8-387D-3F80-3D1F-2A1F89D2048D}"/>
          </ac:picMkLst>
        </pc:picChg>
      </pc:sldChg>
      <pc:sldChg chg="addSp delSp modSp mod">
        <pc:chgData name="Rumana khan" userId="ad7617575f698bed" providerId="LiveId" clId="{5FC37428-9A96-4CF1-A162-8A847FFC90CA}" dt="2026-07-23T11:15:43.281" v="2368" actId="1076"/>
        <pc:sldMkLst>
          <pc:docMk/>
          <pc:sldMk cId="0" sldId="261"/>
        </pc:sldMkLst>
        <pc:spChg chg="mod">
          <ac:chgData name="Rumana khan" userId="ad7617575f698bed" providerId="LiveId" clId="{5FC37428-9A96-4CF1-A162-8A847FFC90CA}" dt="2026-07-19T06:45:46.721" v="174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45:56.923" v="1747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47:20.703" v="1768" actId="20577"/>
          <ac:spMkLst>
            <pc:docMk/>
            <pc:sldMk cId="0" sldId="261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7-23T11:15:43.281" v="2368" actId="1076"/>
          <ac:picMkLst>
            <pc:docMk/>
            <pc:sldMk cId="0" sldId="261"/>
            <ac:picMk id="2050" creationId="{E839B8B4-80D9-207E-3222-08B69DF52600}"/>
          </ac:picMkLst>
        </pc:picChg>
      </pc:sldChg>
      <pc:sldChg chg="addSp delSp modSp mod">
        <pc:chgData name="Rumana khan" userId="ad7617575f698bed" providerId="LiveId" clId="{5FC37428-9A96-4CF1-A162-8A847FFC90CA}" dt="2026-07-23T11:20:33.569" v="2379" actId="1076"/>
        <pc:sldMkLst>
          <pc:docMk/>
          <pc:sldMk cId="0" sldId="262"/>
        </pc:sldMkLst>
        <pc:spChg chg="mod">
          <ac:chgData name="Rumana khan" userId="ad7617575f698bed" providerId="LiveId" clId="{5FC37428-9A96-4CF1-A162-8A847FFC90CA}" dt="2026-07-19T06:47:58.949" v="1800" actId="255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Rumana khan" userId="ad7617575f698bed" providerId="LiveId" clId="{5FC37428-9A96-4CF1-A162-8A847FFC90CA}" dt="2026-07-23T11:20:21.135" v="2373" actId="1076"/>
          <ac:spMkLst>
            <pc:docMk/>
            <pc:sldMk cId="0" sldId="262"/>
            <ac:spMk id="9" creationId="{AF214483-C137-A7CC-513D-71F805AE13C2}"/>
          </ac:spMkLst>
        </pc:spChg>
        <pc:spChg chg="mod">
          <ac:chgData name="Rumana khan" userId="ad7617575f698bed" providerId="LiveId" clId="{5FC37428-9A96-4CF1-A162-8A847FFC90CA}" dt="2026-07-23T11:20:33.569" v="2379" actId="1076"/>
          <ac:spMkLst>
            <pc:docMk/>
            <pc:sldMk cId="0" sldId="262"/>
            <ac:spMk id="10" creationId="{1C777405-B818-A531-A12A-7945C6F53CCE}"/>
          </ac:spMkLst>
        </pc:spChg>
        <pc:picChg chg="add mod">
          <ac:chgData name="Rumana khan" userId="ad7617575f698bed" providerId="LiveId" clId="{5FC37428-9A96-4CF1-A162-8A847FFC90CA}" dt="2026-07-23T11:20:21.135" v="2373" actId="1076"/>
          <ac:picMkLst>
            <pc:docMk/>
            <pc:sldMk cId="0" sldId="262"/>
            <ac:picMk id="3074" creationId="{B5800320-0021-2DC3-D5F5-E72653DEA394}"/>
          </ac:picMkLst>
        </pc:picChg>
        <pc:picChg chg="add mod">
          <ac:chgData name="Rumana khan" userId="ad7617575f698bed" providerId="LiveId" clId="{5FC37428-9A96-4CF1-A162-8A847FFC90CA}" dt="2026-07-23T11:20:33.569" v="2379" actId="1076"/>
          <ac:picMkLst>
            <pc:docMk/>
            <pc:sldMk cId="0" sldId="262"/>
            <ac:picMk id="3076" creationId="{CEEEC9FB-D33E-BFFE-CFCD-DD237E899AB8}"/>
          </ac:picMkLst>
        </pc:picChg>
      </pc:sldChg>
      <pc:sldChg chg="addSp modSp del mod">
        <pc:chgData name="Rumana khan" userId="ad7617575f698bed" providerId="LiveId" clId="{5FC37428-9A96-4CF1-A162-8A847FFC90CA}" dt="2026-07-19T06:50:13.477" v="1829" actId="2696"/>
        <pc:sldMkLst>
          <pc:docMk/>
          <pc:sldMk cId="0" sldId="263"/>
        </pc:sldMkLst>
      </pc:sldChg>
      <pc:sldChg chg="modSp del mod">
        <pc:chgData name="Rumana khan" userId="ad7617575f698bed" providerId="LiveId" clId="{5FC37428-9A96-4CF1-A162-8A847FFC90CA}" dt="2026-07-16T15:39:51.623" v="813" actId="2696"/>
        <pc:sldMkLst>
          <pc:docMk/>
          <pc:sldMk cId="0" sldId="264"/>
        </pc:sldMkLst>
      </pc:sldChg>
      <pc:sldChg chg="modSp del mod">
        <pc:chgData name="Rumana khan" userId="ad7617575f698bed" providerId="LiveId" clId="{5FC37428-9A96-4CF1-A162-8A847FFC90CA}" dt="2026-07-19T06:50:16.198" v="1830" actId="2696"/>
        <pc:sldMkLst>
          <pc:docMk/>
          <pc:sldMk cId="0" sldId="265"/>
        </pc:sldMkLst>
      </pc:sldChg>
      <pc:sldChg chg="del">
        <pc:chgData name="Rumana khan" userId="ad7617575f698bed" providerId="LiveId" clId="{5FC37428-9A96-4CF1-A162-8A847FFC90CA}" dt="2026-07-16T15:43:22.555" v="875" actId="2696"/>
        <pc:sldMkLst>
          <pc:docMk/>
          <pc:sldMk cId="0" sldId="266"/>
        </pc:sldMkLst>
      </pc:sldChg>
      <pc:sldChg chg="modSp del mod">
        <pc:chgData name="Rumana khan" userId="ad7617575f698bed" providerId="LiveId" clId="{5FC37428-9A96-4CF1-A162-8A847FFC90CA}" dt="2026-07-19T06:50:22.084" v="1832" actId="2696"/>
        <pc:sldMkLst>
          <pc:docMk/>
          <pc:sldMk cId="0" sldId="267"/>
        </pc:sldMkLst>
      </pc:sldChg>
      <pc:sldChg chg="del">
        <pc:chgData name="Rumana khan" userId="ad7617575f698bed" providerId="LiveId" clId="{5FC37428-9A96-4CF1-A162-8A847FFC90CA}" dt="2026-07-16T15:45:30.066" v="939" actId="2696"/>
        <pc:sldMkLst>
          <pc:docMk/>
          <pc:sldMk cId="0" sldId="268"/>
        </pc:sldMkLst>
      </pc:sldChg>
      <pc:sldChg chg="del">
        <pc:chgData name="Rumana khan" userId="ad7617575f698bed" providerId="LiveId" clId="{5FC37428-9A96-4CF1-A162-8A847FFC90CA}" dt="2026-07-16T15:45:32.745" v="940" actId="2696"/>
        <pc:sldMkLst>
          <pc:docMk/>
          <pc:sldMk cId="0" sldId="269"/>
        </pc:sldMkLst>
      </pc:sldChg>
      <pc:sldChg chg="addSp delSp modSp del mod ord">
        <pc:chgData name="Rumana khan" userId="ad7617575f698bed" providerId="LiveId" clId="{5FC37428-9A96-4CF1-A162-8A847FFC90CA}" dt="2026-07-19T06:50:18.873" v="1831" actId="2696"/>
        <pc:sldMkLst>
          <pc:docMk/>
          <pc:sldMk cId="0" sldId="270"/>
        </pc:sldMkLst>
      </pc:sldChg>
      <pc:sldChg chg="addSp delSp modSp add mod ord">
        <pc:chgData name="Rumana khan" userId="ad7617575f698bed" providerId="LiveId" clId="{5FC37428-9A96-4CF1-A162-8A847FFC90CA}" dt="2026-07-19T07:07:50.283" v="2166" actId="20577"/>
        <pc:sldMkLst>
          <pc:docMk/>
          <pc:sldMk cId="915057840" sldId="272"/>
        </pc:sldMkLst>
        <pc:spChg chg="mod">
          <ac:chgData name="Rumana khan" userId="ad7617575f698bed" providerId="LiveId" clId="{5FC37428-9A96-4CF1-A162-8A847FFC90CA}" dt="2026-07-19T07:07:50.283" v="2166" actId="20577"/>
          <ac:spMkLst>
            <pc:docMk/>
            <pc:sldMk cId="915057840" sldId="272"/>
            <ac:spMk id="4" creationId="{3A504475-FDE8-F353-DD75-3FBC66E6949E}"/>
          </ac:spMkLst>
        </pc:spChg>
        <pc:spChg chg="mod">
          <ac:chgData name="Rumana khan" userId="ad7617575f698bed" providerId="LiveId" clId="{5FC37428-9A96-4CF1-A162-8A847FFC90CA}" dt="2026-07-19T06:55:15.496" v="1944" actId="20577"/>
          <ac:spMkLst>
            <pc:docMk/>
            <pc:sldMk cId="915057840" sldId="272"/>
            <ac:spMk id="9" creationId="{ADA27465-089A-6C46-9255-2DFC51B39670}"/>
          </ac:spMkLst>
        </pc:spChg>
        <pc:grpChg chg="add del">
          <ac:chgData name="Rumana khan" userId="ad7617575f698bed" providerId="LiveId" clId="{5FC37428-9A96-4CF1-A162-8A847FFC90CA}" dt="2026-07-19T06:50:54.394" v="1837" actId="478"/>
          <ac:grpSpMkLst>
            <pc:docMk/>
            <pc:sldMk cId="915057840" sldId="272"/>
            <ac:grpSpMk id="2" creationId="{8E5F33E6-319F-6FA5-CD4B-B90435E8149F}"/>
          </ac:grpSpMkLst>
        </pc:grpChg>
        <pc:picChg chg="add mod">
          <ac:chgData name="Rumana khan" userId="ad7617575f698bed" providerId="LiveId" clId="{5FC37428-9A96-4CF1-A162-8A847FFC90CA}" dt="2026-07-19T06:56:27.513" v="1949" actId="1076"/>
          <ac:picMkLst>
            <pc:docMk/>
            <pc:sldMk cId="915057840" sldId="272"/>
            <ac:picMk id="3074" creationId="{BFD53794-A5B7-43B7-5DC2-9C4800BB4207}"/>
          </ac:picMkLst>
        </pc:picChg>
      </pc:sldChg>
      <pc:sldChg chg="add del">
        <pc:chgData name="Rumana khan" userId="ad7617575f698bed" providerId="LiveId" clId="{5FC37428-9A96-4CF1-A162-8A847FFC90CA}" dt="2026-07-16T15:45:27.531" v="938" actId="2696"/>
        <pc:sldMkLst>
          <pc:docMk/>
          <pc:sldMk cId="2956532429" sldId="272"/>
        </pc:sldMkLst>
      </pc:sldChg>
      <pc:sldChg chg="addSp delSp modSp add mod ord">
        <pc:chgData name="Rumana khan" userId="ad7617575f698bed" providerId="LiveId" clId="{5FC37428-9A96-4CF1-A162-8A847FFC90CA}" dt="2026-07-19T07:00:31.140" v="1994" actId="1076"/>
        <pc:sldMkLst>
          <pc:docMk/>
          <pc:sldMk cId="1796509427" sldId="273"/>
        </pc:sldMkLst>
        <pc:spChg chg="mod">
          <ac:chgData name="Rumana khan" userId="ad7617575f698bed" providerId="LiveId" clId="{5FC37428-9A96-4CF1-A162-8A847FFC90CA}" dt="2026-07-19T07:00:09.729" v="1990" actId="14100"/>
          <ac:spMkLst>
            <pc:docMk/>
            <pc:sldMk cId="1796509427" sldId="273"/>
            <ac:spMk id="5" creationId="{5C5DC475-AC74-02AE-68FD-C630BC248E68}"/>
          </ac:spMkLst>
        </pc:spChg>
        <pc:picChg chg="add mod">
          <ac:chgData name="Rumana khan" userId="ad7617575f698bed" providerId="LiveId" clId="{5FC37428-9A96-4CF1-A162-8A847FFC90CA}" dt="2026-07-19T07:00:31.140" v="1994" actId="1076"/>
          <ac:picMkLst>
            <pc:docMk/>
            <pc:sldMk cId="1796509427" sldId="273"/>
            <ac:picMk id="11" creationId="{0FA9C503-FF22-0927-957D-CFD7F5B13740}"/>
          </ac:picMkLst>
        </pc:picChg>
      </pc:sldChg>
      <pc:sldChg chg="addSp delSp modSp add mod ord">
        <pc:chgData name="Rumana khan" userId="ad7617575f698bed" providerId="LiveId" clId="{5FC37428-9A96-4CF1-A162-8A847FFC90CA}" dt="2026-07-23T11:22:21.569" v="2386" actId="1076"/>
        <pc:sldMkLst>
          <pc:docMk/>
          <pc:sldMk cId="3151823448" sldId="274"/>
        </pc:sldMkLst>
        <pc:spChg chg="mod">
          <ac:chgData name="Rumana khan" userId="ad7617575f698bed" providerId="LiveId" clId="{5FC37428-9A96-4CF1-A162-8A847FFC90CA}" dt="2026-07-19T07:02:19.041" v="2020" actId="20577"/>
          <ac:spMkLst>
            <pc:docMk/>
            <pc:sldMk cId="3151823448" sldId="274"/>
            <ac:spMk id="9" creationId="{3FBF6058-1F9B-95EF-3388-AB22006487D4}"/>
          </ac:spMkLst>
        </pc:spChg>
        <pc:spChg chg="add">
          <ac:chgData name="Rumana khan" userId="ad7617575f698bed" providerId="LiveId" clId="{5FC37428-9A96-4CF1-A162-8A847FFC90CA}" dt="2026-07-23T11:22:13.397" v="2382"/>
          <ac:spMkLst>
            <pc:docMk/>
            <pc:sldMk cId="3151823448" sldId="274"/>
            <ac:spMk id="10" creationId="{D430734D-E928-CA5D-E999-730248AEF043}"/>
          </ac:spMkLst>
        </pc:spChg>
        <pc:picChg chg="add mod">
          <ac:chgData name="Rumana khan" userId="ad7617575f698bed" providerId="LiveId" clId="{5FC37428-9A96-4CF1-A162-8A847FFC90CA}" dt="2026-07-23T11:22:21.569" v="2386" actId="1076"/>
          <ac:picMkLst>
            <pc:docMk/>
            <pc:sldMk cId="3151823448" sldId="274"/>
            <ac:picMk id="11" creationId="{D03D015E-74D0-42DC-8E77-64FDAECD80C3}"/>
          </ac:picMkLst>
        </pc:picChg>
        <pc:picChg chg="add del">
          <ac:chgData name="Rumana khan" userId="ad7617575f698bed" providerId="LiveId" clId="{5FC37428-9A96-4CF1-A162-8A847FFC90CA}" dt="2026-07-23T11:21:55.572" v="2381" actId="478"/>
          <ac:picMkLst>
            <pc:docMk/>
            <pc:sldMk cId="3151823448" sldId="274"/>
            <ac:picMk id="4098" creationId="{D3986CDD-C2C4-4FAD-F919-6DD5BF121BBC}"/>
          </ac:picMkLst>
        </pc:picChg>
      </pc:sldChg>
      <pc:sldChg chg="addSp modSp add mod ord">
        <pc:chgData name="Rumana khan" userId="ad7617575f698bed" providerId="LiveId" clId="{5FC37428-9A96-4CF1-A162-8A847FFC90CA}" dt="2026-07-23T11:24:13.342" v="2396" actId="14100"/>
        <pc:sldMkLst>
          <pc:docMk/>
          <pc:sldMk cId="3587684467" sldId="275"/>
        </pc:sldMkLst>
        <pc:spChg chg="mod">
          <ac:chgData name="Rumana khan" userId="ad7617575f698bed" providerId="LiveId" clId="{5FC37428-9A96-4CF1-A162-8A847FFC90CA}" dt="2026-07-19T07:03:26.325" v="2064" actId="20577"/>
          <ac:spMkLst>
            <pc:docMk/>
            <pc:sldMk cId="3587684467" sldId="275"/>
            <ac:spMk id="4" creationId="{E64C0E2A-FB2D-BF90-8E05-11B2334B7C82}"/>
          </ac:spMkLst>
        </pc:spChg>
        <pc:spChg chg="mod">
          <ac:chgData name="Rumana khan" userId="ad7617575f698bed" providerId="LiveId" clId="{5FC37428-9A96-4CF1-A162-8A847FFC90CA}" dt="2026-07-19T07:04:33.285" v="2084" actId="2711"/>
          <ac:spMkLst>
            <pc:docMk/>
            <pc:sldMk cId="3587684467" sldId="275"/>
            <ac:spMk id="9" creationId="{53D800D7-692C-FEAA-92EF-29D0051825F7}"/>
          </ac:spMkLst>
        </pc:spChg>
        <pc:spChg chg="add">
          <ac:chgData name="Rumana khan" userId="ad7617575f698bed" providerId="LiveId" clId="{5FC37428-9A96-4CF1-A162-8A847FFC90CA}" dt="2026-07-23T11:23:59.894" v="2390"/>
          <ac:spMkLst>
            <pc:docMk/>
            <pc:sldMk cId="3587684467" sldId="275"/>
            <ac:spMk id="10" creationId="{3441C2EE-8BEB-F0ED-16A0-00119A8D8EEE}"/>
          </ac:spMkLst>
        </pc:spChg>
        <pc:picChg chg="add mod">
          <ac:chgData name="Rumana khan" userId="ad7617575f698bed" providerId="LiveId" clId="{5FC37428-9A96-4CF1-A162-8A847FFC90CA}" dt="2026-07-23T11:24:09.139" v="2394" actId="1076"/>
          <ac:picMkLst>
            <pc:docMk/>
            <pc:sldMk cId="3587684467" sldId="275"/>
            <ac:picMk id="11" creationId="{325380DF-38F3-57FE-C10D-9D9449AC0AED}"/>
          </ac:picMkLst>
        </pc:picChg>
        <pc:picChg chg="add mod">
          <ac:chgData name="Rumana khan" userId="ad7617575f698bed" providerId="LiveId" clId="{5FC37428-9A96-4CF1-A162-8A847FFC90CA}" dt="2026-07-23T11:24:13.342" v="2396" actId="14100"/>
          <ac:picMkLst>
            <pc:docMk/>
            <pc:sldMk cId="3587684467" sldId="275"/>
            <ac:picMk id="5122" creationId="{DBBBDFCD-97C0-B165-03A0-B4B00B396FDF}"/>
          </ac:picMkLst>
        </pc:picChg>
      </pc:sldChg>
      <pc:sldChg chg="addSp modSp add mod ord">
        <pc:chgData name="Rumana khan" userId="ad7617575f698bed" providerId="LiveId" clId="{5FC37428-9A96-4CF1-A162-8A847FFC90CA}" dt="2026-07-23T11:27:28.357" v="2400" actId="14100"/>
        <pc:sldMkLst>
          <pc:docMk/>
          <pc:sldMk cId="70917569" sldId="276"/>
        </pc:sldMkLst>
        <pc:spChg chg="mod">
          <ac:chgData name="Rumana khan" userId="ad7617575f698bed" providerId="LiveId" clId="{5FC37428-9A96-4CF1-A162-8A847FFC90CA}" dt="2026-07-19T07:06:52.822" v="2157" actId="14100"/>
          <ac:spMkLst>
            <pc:docMk/>
            <pc:sldMk cId="70917569" sldId="276"/>
            <ac:spMk id="9" creationId="{809D5CF7-9B32-E0E4-2CBF-E4D72C41439F}"/>
          </ac:spMkLst>
        </pc:spChg>
        <pc:picChg chg="add mod">
          <ac:chgData name="Rumana khan" userId="ad7617575f698bed" providerId="LiveId" clId="{5FC37428-9A96-4CF1-A162-8A847FFC90CA}" dt="2026-07-23T11:27:28.357" v="2400" actId="14100"/>
          <ac:picMkLst>
            <pc:docMk/>
            <pc:sldMk cId="70917569" sldId="276"/>
            <ac:picMk id="6146" creationId="{AF38D3A8-4672-A8AC-77A2-C82F0D5CA731}"/>
          </ac:picMkLst>
        </pc:picChg>
      </pc:sldChg>
      <pc:sldChg chg="addSp delSp modSp add mod ord">
        <pc:chgData name="Rumana khan" userId="ad7617575f698bed" providerId="LiveId" clId="{5FC37428-9A96-4CF1-A162-8A847FFC90CA}" dt="2026-07-23T11:36:05.478" v="2413" actId="1076"/>
        <pc:sldMkLst>
          <pc:docMk/>
          <pc:sldMk cId="548182027" sldId="277"/>
        </pc:sldMkLst>
        <pc:spChg chg="mod">
          <ac:chgData name="Rumana khan" userId="ad7617575f698bed" providerId="LiveId" clId="{5FC37428-9A96-4CF1-A162-8A847FFC90CA}" dt="2026-07-19T07:08:13.168" v="2216" actId="113"/>
          <ac:spMkLst>
            <pc:docMk/>
            <pc:sldMk cId="548182027" sldId="277"/>
            <ac:spMk id="4" creationId="{5C27BEF5-4C13-C837-BC8D-911DD795BA45}"/>
          </ac:spMkLst>
        </pc:spChg>
        <pc:spChg chg="mod">
          <ac:chgData name="Rumana khan" userId="ad7617575f698bed" providerId="LiveId" clId="{5FC37428-9A96-4CF1-A162-8A847FFC90CA}" dt="2026-07-23T11:35:57.099" v="2409" actId="14100"/>
          <ac:spMkLst>
            <pc:docMk/>
            <pc:sldMk cId="548182027" sldId="277"/>
            <ac:spMk id="9" creationId="{E89E03F9-36B5-D2D4-585A-DC533EC3EE2A}"/>
          </ac:spMkLst>
        </pc:spChg>
        <pc:spChg chg="add">
          <ac:chgData name="Rumana khan" userId="ad7617575f698bed" providerId="LiveId" clId="{5FC37428-9A96-4CF1-A162-8A847FFC90CA}" dt="2026-07-23T11:35:38.068" v="2401"/>
          <ac:spMkLst>
            <pc:docMk/>
            <pc:sldMk cId="548182027" sldId="277"/>
            <ac:spMk id="10" creationId="{6F9D38BB-EB70-3948-2467-7CCBF001162C}"/>
          </ac:spMkLst>
        </pc:spChg>
        <pc:picChg chg="add mod">
          <ac:chgData name="Rumana khan" userId="ad7617575f698bed" providerId="LiveId" clId="{5FC37428-9A96-4CF1-A162-8A847FFC90CA}" dt="2026-07-23T11:36:05.478" v="2413" actId="1076"/>
          <ac:picMkLst>
            <pc:docMk/>
            <pc:sldMk cId="548182027" sldId="277"/>
            <ac:picMk id="11" creationId="{990C317F-43A1-D95B-F04D-A02C64F19599}"/>
          </ac:picMkLst>
        </pc:picChg>
      </pc:sldChg>
      <pc:sldChg chg="add del ord">
        <pc:chgData name="Rumana khan" userId="ad7617575f698bed" providerId="LiveId" clId="{5FC37428-9A96-4CF1-A162-8A847FFC90CA}" dt="2026-07-19T07:09:53.909" v="2232" actId="2696"/>
        <pc:sldMkLst>
          <pc:docMk/>
          <pc:sldMk cId="1752476112" sldId="278"/>
        </pc:sldMkLst>
      </pc:sldChg>
      <pc:sldChg chg="addSp delSp modSp add mod ord">
        <pc:chgData name="Rumana khan" userId="ad7617575f698bed" providerId="LiveId" clId="{5FC37428-9A96-4CF1-A162-8A847FFC90CA}" dt="2026-07-23T11:36:47.614" v="2417" actId="1076"/>
        <pc:sldMkLst>
          <pc:docMk/>
          <pc:sldMk cId="3676154407" sldId="278"/>
        </pc:sldMkLst>
        <pc:spChg chg="mod">
          <ac:chgData name="Rumana khan" userId="ad7617575f698bed" providerId="LiveId" clId="{5FC37428-9A96-4CF1-A162-8A847FFC90CA}" dt="2026-07-23T11:05:33.305" v="2260" actId="5793"/>
          <ac:spMkLst>
            <pc:docMk/>
            <pc:sldMk cId="3676154407" sldId="278"/>
            <ac:spMk id="5" creationId="{449162BB-5E52-6764-0272-531DC0D248FA}"/>
          </ac:spMkLst>
        </pc:spChg>
        <pc:picChg chg="del">
          <ac:chgData name="Rumana khan" userId="ad7617575f698bed" providerId="LiveId" clId="{5FC37428-9A96-4CF1-A162-8A847FFC90CA}" dt="2026-07-23T11:05:56.496" v="2261" actId="478"/>
          <ac:picMkLst>
            <pc:docMk/>
            <pc:sldMk cId="3676154407" sldId="278"/>
            <ac:picMk id="11" creationId="{3959BB25-5A89-E123-B996-09F4E358C740}"/>
          </ac:picMkLst>
        </pc:picChg>
        <pc:picChg chg="add mod">
          <ac:chgData name="Rumana khan" userId="ad7617575f698bed" providerId="LiveId" clId="{5FC37428-9A96-4CF1-A162-8A847FFC90CA}" dt="2026-07-23T11:36:47.614" v="2417" actId="1076"/>
          <ac:picMkLst>
            <pc:docMk/>
            <pc:sldMk cId="3676154407" sldId="278"/>
            <ac:picMk id="8194" creationId="{ABD910D0-367C-90F1-FC26-519EA626C5C8}"/>
          </ac:picMkLst>
        </pc:picChg>
      </pc:sldChg>
      <pc:sldChg chg="addSp modSp add mod ord">
        <pc:chgData name="Rumana khan" userId="ad7617575f698bed" providerId="LiveId" clId="{5FC37428-9A96-4CF1-A162-8A847FFC90CA}" dt="2026-07-23T11:39:28.776" v="2430" actId="1076"/>
        <pc:sldMkLst>
          <pc:docMk/>
          <pc:sldMk cId="23322407" sldId="279"/>
        </pc:sldMkLst>
        <pc:spChg chg="mod">
          <ac:chgData name="Rumana khan" userId="ad7617575f698bed" providerId="LiveId" clId="{5FC37428-9A96-4CF1-A162-8A847FFC90CA}" dt="2026-07-23T11:07:21.989" v="2285" actId="14100"/>
          <ac:spMkLst>
            <pc:docMk/>
            <pc:sldMk cId="23322407" sldId="279"/>
            <ac:spMk id="9" creationId="{72F9B3B9-8D63-7C51-F548-2688E9C70938}"/>
          </ac:spMkLst>
        </pc:spChg>
        <pc:picChg chg="add mod">
          <ac:chgData name="Rumana khan" userId="ad7617575f698bed" providerId="LiveId" clId="{5FC37428-9A96-4CF1-A162-8A847FFC90CA}" dt="2026-07-23T11:39:28.776" v="2430" actId="1076"/>
          <ac:picMkLst>
            <pc:docMk/>
            <pc:sldMk cId="23322407" sldId="279"/>
            <ac:picMk id="10242" creationId="{9A99F9AA-179F-9959-D2F3-9CBEB13C2C14}"/>
          </ac:picMkLst>
        </pc:picChg>
      </pc:sldChg>
      <pc:sldChg chg="addSp delSp modSp add mod ord">
        <pc:chgData name="Rumana khan" userId="ad7617575f698bed" providerId="LiveId" clId="{5FC37428-9A96-4CF1-A162-8A847FFC90CA}" dt="2026-07-23T11:38:24.017" v="2427" actId="1076"/>
        <pc:sldMkLst>
          <pc:docMk/>
          <pc:sldMk cId="2828176927" sldId="280"/>
        </pc:sldMkLst>
        <pc:spChg chg="mod">
          <ac:chgData name="Rumana khan" userId="ad7617575f698bed" providerId="LiveId" clId="{5FC37428-9A96-4CF1-A162-8A847FFC90CA}" dt="2026-07-23T11:07:55.779" v="2316" actId="20577"/>
          <ac:spMkLst>
            <pc:docMk/>
            <pc:sldMk cId="2828176927" sldId="280"/>
            <ac:spMk id="4" creationId="{8BC79926-D738-A735-BC1D-D00ABBBAEF08}"/>
          </ac:spMkLst>
        </pc:spChg>
        <pc:spChg chg="mod">
          <ac:chgData name="Rumana khan" userId="ad7617575f698bed" providerId="LiveId" clId="{5FC37428-9A96-4CF1-A162-8A847FFC90CA}" dt="2026-07-23T11:08:47.046" v="2327" actId="20577"/>
          <ac:spMkLst>
            <pc:docMk/>
            <pc:sldMk cId="2828176927" sldId="280"/>
            <ac:spMk id="9" creationId="{6B607D13-DB12-6498-681F-C8EA87B2F61A}"/>
          </ac:spMkLst>
        </pc:spChg>
        <pc:grpChg chg="mod">
          <ac:chgData name="Rumana khan" userId="ad7617575f698bed" providerId="LiveId" clId="{5FC37428-9A96-4CF1-A162-8A847FFC90CA}" dt="2026-07-23T11:10:15.995" v="2359" actId="1076"/>
          <ac:grpSpMkLst>
            <pc:docMk/>
            <pc:sldMk cId="2828176927" sldId="280"/>
            <ac:grpSpMk id="2" creationId="{64B9ECA5-C5CA-E85C-49B1-7F00EAB8D549}"/>
          </ac:grpSpMkLst>
        </pc:grpChg>
        <pc:picChg chg="add del">
          <ac:chgData name="Rumana khan" userId="ad7617575f698bed" providerId="LiveId" clId="{5FC37428-9A96-4CF1-A162-8A847FFC90CA}" dt="2026-07-23T11:38:00.448" v="2419" actId="478"/>
          <ac:picMkLst>
            <pc:docMk/>
            <pc:sldMk cId="2828176927" sldId="280"/>
            <ac:picMk id="9218" creationId="{0D18D275-9446-57CA-A20A-AC68699036D6}"/>
          </ac:picMkLst>
        </pc:picChg>
        <pc:picChg chg="add del">
          <ac:chgData name="Rumana khan" userId="ad7617575f698bed" providerId="LiveId" clId="{5FC37428-9A96-4CF1-A162-8A847FFC90CA}" dt="2026-07-23T11:38:09.141" v="2421" actId="478"/>
          <ac:picMkLst>
            <pc:docMk/>
            <pc:sldMk cId="2828176927" sldId="280"/>
            <ac:picMk id="9220" creationId="{C43196C5-2C0D-7149-C977-72C79C3ED5D6}"/>
          </ac:picMkLst>
        </pc:picChg>
        <pc:picChg chg="add mod">
          <ac:chgData name="Rumana khan" userId="ad7617575f698bed" providerId="LiveId" clId="{5FC37428-9A96-4CF1-A162-8A847FFC90CA}" dt="2026-07-23T11:38:24.017" v="2427" actId="1076"/>
          <ac:picMkLst>
            <pc:docMk/>
            <pc:sldMk cId="2828176927" sldId="280"/>
            <ac:picMk id="9222" creationId="{79D3449F-33AA-9D97-1C7A-F70238EDE5C6}"/>
          </ac:picMkLst>
        </pc:picChg>
      </pc:sldChg>
      <pc:sldChg chg="addSp modSp add mod ord">
        <pc:chgData name="Rumana khan" userId="ad7617575f698bed" providerId="LiveId" clId="{5FC37428-9A96-4CF1-A162-8A847FFC90CA}" dt="2026-07-23T11:40:50.965" v="2432" actId="1076"/>
        <pc:sldMkLst>
          <pc:docMk/>
          <pc:sldMk cId="4242967692" sldId="281"/>
        </pc:sldMkLst>
        <pc:spChg chg="mod">
          <ac:chgData name="Rumana khan" userId="ad7617575f698bed" providerId="LiveId" clId="{5FC37428-9A96-4CF1-A162-8A847FFC90CA}" dt="2026-07-23T11:10:08.397" v="2358" actId="20577"/>
          <ac:spMkLst>
            <pc:docMk/>
            <pc:sldMk cId="4242967692" sldId="281"/>
            <ac:spMk id="9" creationId="{BA7F7D9D-ED93-D3BE-7991-E2B65425F6C2}"/>
          </ac:spMkLst>
        </pc:spChg>
        <pc:spChg chg="mod">
          <ac:chgData name="Rumana khan" userId="ad7617575f698bed" providerId="LiveId" clId="{5FC37428-9A96-4CF1-A162-8A847FFC90CA}" dt="2026-07-23T11:09:31.800" v="2335" actId="1076"/>
          <ac:spMkLst>
            <pc:docMk/>
            <pc:sldMk cId="4242967692" sldId="281"/>
            <ac:spMk id="10" creationId="{B8CDB130-FEDE-7D4F-4B93-5FBC5E31B6ED}"/>
          </ac:spMkLst>
        </pc:spChg>
        <pc:picChg chg="add mod">
          <ac:chgData name="Rumana khan" userId="ad7617575f698bed" providerId="LiveId" clId="{5FC37428-9A96-4CF1-A162-8A847FFC90CA}" dt="2026-07-23T11:40:50.965" v="2432" actId="1076"/>
          <ac:picMkLst>
            <pc:docMk/>
            <pc:sldMk cId="4242967692" sldId="281"/>
            <ac:picMk id="11266" creationId="{61C1A2FC-FB54-74D6-008E-E829420BD4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9228" y="3182982"/>
            <a:ext cx="15389543" cy="3921036"/>
            <a:chOff x="0" y="0"/>
            <a:chExt cx="20519390" cy="522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19389" cy="5228048"/>
            </a:xfrm>
            <a:custGeom>
              <a:avLst/>
              <a:gdLst/>
              <a:ahLst/>
              <a:cxnLst/>
              <a:rect l="l" t="t" r="r" b="b"/>
              <a:pathLst>
                <a:path w="20519389" h="5228048">
                  <a:moveTo>
                    <a:pt x="0" y="0"/>
                  </a:moveTo>
                  <a:lnTo>
                    <a:pt x="20519389" y="0"/>
                  </a:lnTo>
                  <a:lnTo>
                    <a:pt x="20519389" y="5228048"/>
                  </a:lnTo>
                  <a:lnTo>
                    <a:pt x="0" y="5228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39" b="-19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71475"/>
              <a:ext cx="20519390" cy="55995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799"/>
                </a:lnSpc>
              </a:pPr>
              <a:r>
                <a:rPr lang="en-US" sz="72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Structure Selection for Real-World Applications  </a:t>
              </a:r>
            </a:p>
            <a:p>
              <a:pPr algn="ctr">
                <a:lnSpc>
                  <a:spcPts val="10799"/>
                </a:lnSpc>
              </a:pPr>
              <a:endParaRPr lang="en-US" sz="5999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6029" y="7615413"/>
            <a:ext cx="6709105" cy="256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dirty="0"/>
          </a:p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Rumana Khan (192471025)</a:t>
            </a:r>
          </a:p>
          <a:p>
            <a:pPr algn="l">
              <a:lnSpc>
                <a:spcPts val="407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744495" y="1183529"/>
            <a:ext cx="12232957" cy="228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SIMATS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0" y="8216410"/>
            <a:ext cx="3232532" cy="1359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8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3576"/>
              </a:lnSpc>
            </a:pPr>
            <a:r>
              <a:rPr lang="en-US" sz="298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T. Rajesh Kumar  </a:t>
            </a:r>
          </a:p>
          <a:p>
            <a:pPr algn="l">
              <a:lnSpc>
                <a:spcPts val="3576"/>
              </a:lnSpc>
              <a:spcBef>
                <a:spcPct val="0"/>
              </a:spcBef>
            </a:pPr>
            <a:endParaRPr lang="en-US" sz="298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2384" y="6167555"/>
            <a:ext cx="16237175" cy="67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CSA 0303 – Data Structures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2AA8B-4247-4749-451B-EAEA3270EB27}"/>
              </a:ext>
            </a:extLst>
          </p:cNvPr>
          <p:cNvSpPr txBox="1"/>
          <p:nvPr/>
        </p:nvSpPr>
        <p:spPr>
          <a:xfrm>
            <a:off x="5165272" y="702796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– AT2- TECHNICAL PRESENTATION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1: </a:t>
              </a:r>
              <a:r>
                <a:rPr lang="en-US" sz="6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Music Streaming Playlist</a:t>
              </a:r>
              <a:endPara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04849" y="2195512"/>
            <a:ext cx="11944351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music streaming application maintains a playlist.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can: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songs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songs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songs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next/previous song </a:t>
            </a:r>
          </a:p>
          <a:p>
            <a:pPr lvl="1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changes happen frequently.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should be fast without shifting large amounts of data.</a:t>
            </a:r>
          </a:p>
        </p:txBody>
      </p:sp>
      <p:pic>
        <p:nvPicPr>
          <p:cNvPr id="1026" name="Picture 2" descr="Playlist ui Images - Free Download on Magnific (formerly Freepik)">
            <a:extLst>
              <a:ext uri="{FF2B5EF4-FFF2-40B4-BE49-F238E27FC236}">
                <a16:creationId xmlns:a16="http://schemas.microsoft.com/office/drawing/2014/main" id="{94FC32BB-9601-E05A-23BF-B211BB88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32" y="3395663"/>
            <a:ext cx="70485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Recommended Data Structure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400" y="2628900"/>
            <a:ext cx="9982200" cy="8221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 :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each song as a node containing: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information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previous song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next song </a:t>
            </a:r>
          </a:p>
          <a:p>
            <a:pPr algn="just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Doubly Linked List?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deletion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forward and backward navigation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playlist reordering</a:t>
            </a:r>
          </a:p>
          <a:p>
            <a:pPr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pic>
        <p:nvPicPr>
          <p:cNvPr id="2050" name="Picture 2" descr="Singly and Doubly Linked Lists. The process of storing and organizing… | by  bubble | Medium">
            <a:extLst>
              <a:ext uri="{FF2B5EF4-FFF2-40B4-BE49-F238E27FC236}">
                <a16:creationId xmlns:a16="http://schemas.microsoft.com/office/drawing/2014/main" id="{C2A91F74-15AB-0C86-5F7D-FE1647C71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0" y="4533900"/>
            <a:ext cx="7782303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0100" y="587264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Working &amp; Time Complexity 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471800" y="262042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36029" y="2631748"/>
            <a:ext cx="9944100" cy="8183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song is linked to both its previous and next song.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or deleting a song only requires updating the pointers.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shifting of other songs is needed.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Song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Song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Next/Previous Song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Song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2597" lvl="1" algn="just">
              <a:lnSpc>
                <a:spcPts val="7011"/>
              </a:lnSpc>
            </a:pPr>
            <a:endParaRPr lang="en-US" sz="4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 descr="Understanding time complexity with Python examples | by Kelvin Salton do  Prado | TDS Archive | Medium">
            <a:extLst>
              <a:ext uri="{FF2B5EF4-FFF2-40B4-BE49-F238E27FC236}">
                <a16:creationId xmlns:a16="http://schemas.microsoft.com/office/drawing/2014/main" id="{EAA8E4A8-387D-3F80-3D1F-2A1F89D2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129" y="3695700"/>
            <a:ext cx="6996083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960" y="599943"/>
            <a:ext cx="17225157" cy="2829625"/>
            <a:chOff x="-158057" y="-38100"/>
            <a:chExt cx="22966876" cy="3772833"/>
          </a:xfrm>
        </p:grpSpPr>
        <p:sp>
          <p:nvSpPr>
            <p:cNvPr id="3" name="Freeform 3"/>
            <p:cNvSpPr/>
            <p:nvPr/>
          </p:nvSpPr>
          <p:spPr>
            <a:xfrm>
              <a:off x="-158057" y="639356"/>
              <a:ext cx="22808819" cy="3095377"/>
            </a:xfrm>
            <a:custGeom>
              <a:avLst/>
              <a:gdLst/>
              <a:ahLst/>
              <a:cxnLst/>
              <a:rect l="l" t="t" r="r" b="b"/>
              <a:pathLst>
                <a:path w="22808819" h="3095377">
                  <a:moveTo>
                    <a:pt x="0" y="0"/>
                  </a:moveTo>
                  <a:lnTo>
                    <a:pt x="22808819" y="0"/>
                  </a:lnTo>
                  <a:lnTo>
                    <a:pt x="22808819" y="3095377"/>
                  </a:lnTo>
                  <a:lnTo>
                    <a:pt x="0" y="3095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18" r="3784" b="-7507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08819" cy="3133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Advantages </a:t>
              </a: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16960" y="2614290"/>
            <a:ext cx="9220200" cy="7298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arrays,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shifting elements during insertion or deletion.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grow or shrink dynamically.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quick playlist editing.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smooth next and previous navigation.</a:t>
            </a:r>
          </a:p>
          <a:p>
            <a:pPr marL="442592" lvl="1"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0" name="Picture 2" descr="Doubly Linked List Implementation in C &amp; Java: Easy Steps &amp; Code Examples">
            <a:extLst>
              <a:ext uri="{FF2B5EF4-FFF2-40B4-BE49-F238E27FC236}">
                <a16:creationId xmlns:a16="http://schemas.microsoft.com/office/drawing/2014/main" id="{E839B8B4-80D9-207E-3222-08B69DF52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082" y="3600780"/>
            <a:ext cx="7366492" cy="414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5503" y="628518"/>
            <a:ext cx="17106614" cy="1714500"/>
            <a:chOff x="0" y="0"/>
            <a:chExt cx="22808819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08819" cy="2286000"/>
            </a:xfrm>
            <a:custGeom>
              <a:avLst/>
              <a:gdLst/>
              <a:ahLst/>
              <a:cxnLst/>
              <a:rect l="l" t="t" r="r" b="b"/>
              <a:pathLst>
                <a:path w="22808819" h="2286000">
                  <a:moveTo>
                    <a:pt x="0" y="0"/>
                  </a:moveTo>
                  <a:lnTo>
                    <a:pt x="22808819" y="0"/>
                  </a:lnTo>
                  <a:lnTo>
                    <a:pt x="2280881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r="3784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08819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777405-B818-A531-A12A-7945C6F53CCE}"/>
              </a:ext>
            </a:extLst>
          </p:cNvPr>
          <p:cNvSpPr txBox="1"/>
          <p:nvPr/>
        </p:nvSpPr>
        <p:spPr>
          <a:xfrm>
            <a:off x="12149051" y="2471605"/>
            <a:ext cx="2760749" cy="16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14483-C137-A7CC-513D-71F805AE13C2}"/>
              </a:ext>
            </a:extLst>
          </p:cNvPr>
          <p:cNvSpPr txBox="1"/>
          <p:nvPr/>
        </p:nvSpPr>
        <p:spPr>
          <a:xfrm>
            <a:off x="635503" y="2447793"/>
            <a:ext cx="97536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Doubly Linked List.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dynamic playlists.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insertion, deletion, and reordering.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navigation between songs. 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 :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Spotify, Apple Music, and VLC Media Player use linked structures for playlist navigation.</a:t>
            </a:r>
          </a:p>
          <a:p>
            <a:endParaRPr lang="en-IN" dirty="0"/>
          </a:p>
        </p:txBody>
      </p:sp>
      <p:pic>
        <p:nvPicPr>
          <p:cNvPr id="3076" name="Picture 4" descr="Spotify vs Apple Music: 12 best music streaming services | MusicTech">
            <a:extLst>
              <a:ext uri="{FF2B5EF4-FFF2-40B4-BE49-F238E27FC236}">
                <a16:creationId xmlns:a16="http://schemas.microsoft.com/office/drawing/2014/main" id="{CEEEC9FB-D33E-BFFE-CFCD-DD237E899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0" y="3388203"/>
            <a:ext cx="62992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9C2E-1DE1-B9D6-2006-ADD83D53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5F33E6-319F-6FA5-CD4B-B90435E8149F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E7816B-83D2-AE1B-8CF9-7ADE02621288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504475-FDE8-F353-DD75-3FBC66E6949E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2: </a:t>
              </a:r>
              <a:r>
                <a:rPr lang="en-US" sz="6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Dictionary Word Search</a:t>
              </a:r>
              <a:endParaRPr lang="en-US" sz="6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DEE6A4C-4BB0-3322-810E-FD191EC662AB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997F7F-3140-818D-D83D-6A98A686F4E6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71BEC07-EB26-DF91-D2CD-3973061D48B2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67187D6-D9FD-4734-16B3-0A04663B14CA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DA27465-089A-6C46-9255-2DFC51B39670}"/>
              </a:ext>
            </a:extLst>
          </p:cNvPr>
          <p:cNvSpPr txBox="1"/>
          <p:nvPr/>
        </p:nvSpPr>
        <p:spPr>
          <a:xfrm>
            <a:off x="704849" y="2195512"/>
            <a:ext cx="11944351" cy="7940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application stores millions of words and needs to determine whether a word exists in the database.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 word lookup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of new words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deletion of obsolete words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handle a very large dataset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each word one by one (Linear Search) is inefficient because it requires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time.</a:t>
            </a:r>
          </a:p>
        </p:txBody>
      </p:sp>
      <p:pic>
        <p:nvPicPr>
          <p:cNvPr id="3074" name="Picture 2" descr="LeetCode 212 — Word Search 2. How to take advantage of Trie to solve… | by  MyInterviewGuru Editor | My Interview Guru">
            <a:extLst>
              <a:ext uri="{FF2B5EF4-FFF2-40B4-BE49-F238E27FC236}">
                <a16:creationId xmlns:a16="http://schemas.microsoft.com/office/drawing/2014/main" id="{BFD53794-A5B7-43B7-5DC2-9C4800BB4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103" y="4533900"/>
            <a:ext cx="7573141" cy="376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05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AAB5-95DC-338E-42F9-84993417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366454-9D06-27EC-4387-9EFB8E71C8F4}"/>
              </a:ext>
            </a:extLst>
          </p:cNvPr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0792A3-5ED7-D8FE-9002-B4EA94CE054E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476259-2825-0888-B722-55AEAD7FCA55}"/>
                </a:ext>
              </a:extLst>
            </p:cNvPr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Recommended Data Structure </a:t>
              </a: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C5DC475-AC74-02AE-68FD-C630BC248E68}"/>
              </a:ext>
            </a:extLst>
          </p:cNvPr>
          <p:cNvSpPr txBox="1"/>
          <p:nvPr/>
        </p:nvSpPr>
        <p:spPr>
          <a:xfrm>
            <a:off x="295274" y="3049515"/>
            <a:ext cx="10829925" cy="6744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 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 structure that stores data 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the storage location (index) of each word.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word is passed through a hash function.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function generates an index.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is stored at that index in the hash table.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searching, the same hash function is applied to directly access the required location.</a:t>
            </a:r>
          </a:p>
          <a:p>
            <a:endParaRPr lang="en-US" sz="3200" dirty="0"/>
          </a:p>
          <a:p>
            <a:pPr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14A42E-E80B-2D07-1090-FF50CD3AE5AC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CA061A-7733-0294-285E-9CAF7828DB18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65786E5-5E71-3038-9A87-CB3C96FA1471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C0814B-1F69-7C48-2269-35E4D06A833C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FA9C503-FF22-0927-957D-CFD7F5B13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8459" y="3695700"/>
            <a:ext cx="6354267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0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9B58-480A-6115-8C0D-71669A7E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1F6D9C-9248-FAB6-1A79-42B488A9756C}"/>
              </a:ext>
            </a:extLst>
          </p:cNvPr>
          <p:cNvGrpSpPr/>
          <p:nvPr/>
        </p:nvGrpSpPr>
        <p:grpSpPr>
          <a:xfrm>
            <a:off x="800100" y="587264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75E5382-EBED-91DA-76EC-F999FA740866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95451D2-E2D2-7539-D2EB-C9382E31BAD3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Working &amp; Time Complexity 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172D0E-5A13-690F-38B4-5F4C65C84BB7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0ED415F-6FE3-5C5C-26E0-9AF6D7AEE6EB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AA696FB-D663-0375-E7E6-4A922D6E4ED0}"/>
              </a:ext>
            </a:extLst>
          </p:cNvPr>
          <p:cNvGrpSpPr/>
          <p:nvPr/>
        </p:nvGrpSpPr>
        <p:grpSpPr>
          <a:xfrm>
            <a:off x="15471800" y="262042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497E624-2693-4061-1FC3-4B45A082867E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FBF6058-1F9B-95EF-3388-AB22006487D4}"/>
              </a:ext>
            </a:extLst>
          </p:cNvPr>
          <p:cNvSpPr txBox="1"/>
          <p:nvPr/>
        </p:nvSpPr>
        <p:spPr>
          <a:xfrm>
            <a:off x="536029" y="2631748"/>
            <a:ext cx="9944100" cy="6952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(Average)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(Average)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(Average)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(due to collisions)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lookup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updates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databases </a:t>
            </a:r>
          </a:p>
          <a:p>
            <a:pPr marL="442597" lvl="1" algn="just">
              <a:lnSpc>
                <a:spcPts val="7011"/>
              </a:lnSpc>
            </a:pPr>
            <a:endParaRPr lang="en-US" sz="4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D015E-74D0-42DC-8E77-64FDAECD8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237" y="2933700"/>
            <a:ext cx="8345243" cy="59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2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4C1C-1824-3EB4-46D1-A84782C9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6ADC15-E7CD-E9B4-6EB0-32A1AD8C718C}"/>
              </a:ext>
            </a:extLst>
          </p:cNvPr>
          <p:cNvGrpSpPr/>
          <p:nvPr/>
        </p:nvGrpSpPr>
        <p:grpSpPr>
          <a:xfrm>
            <a:off x="516960" y="599943"/>
            <a:ext cx="17225157" cy="2829625"/>
            <a:chOff x="-158057" y="-38100"/>
            <a:chExt cx="22966876" cy="37728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886A220-065E-5563-3773-D4C62D0A62EB}"/>
                </a:ext>
              </a:extLst>
            </p:cNvPr>
            <p:cNvSpPr/>
            <p:nvPr/>
          </p:nvSpPr>
          <p:spPr>
            <a:xfrm>
              <a:off x="-158057" y="639356"/>
              <a:ext cx="22808819" cy="3095377"/>
            </a:xfrm>
            <a:custGeom>
              <a:avLst/>
              <a:gdLst/>
              <a:ahLst/>
              <a:cxnLst/>
              <a:rect l="l" t="t" r="r" b="b"/>
              <a:pathLst>
                <a:path w="22808819" h="3095377">
                  <a:moveTo>
                    <a:pt x="0" y="0"/>
                  </a:moveTo>
                  <a:lnTo>
                    <a:pt x="22808819" y="0"/>
                  </a:lnTo>
                  <a:lnTo>
                    <a:pt x="22808819" y="3095377"/>
                  </a:lnTo>
                  <a:lnTo>
                    <a:pt x="0" y="3095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18" r="3784" b="-75071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4C0E2A-FB2D-BF90-8E05-11B2334B7C82}"/>
                </a:ext>
              </a:extLst>
            </p:cNvPr>
            <p:cNvSpPr txBox="1"/>
            <p:nvPr/>
          </p:nvSpPr>
          <p:spPr>
            <a:xfrm>
              <a:off x="0" y="-38100"/>
              <a:ext cx="22808819" cy="3133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Hash Table?  </a:t>
              </a: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B2AEDF1-25C1-C7F9-A534-17BD55ECAD3C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06E19D-4D69-A155-C36A-AF6F5CB85FA7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5DDDA98-D9A8-9257-9AFC-FFB0226DECEC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50E26A8-E502-10B2-E064-2F64272955D4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3D800D7-692C-FEAA-92EF-29D0051825F7}"/>
              </a:ext>
            </a:extLst>
          </p:cNvPr>
          <p:cNvSpPr txBox="1"/>
          <p:nvPr/>
        </p:nvSpPr>
        <p:spPr>
          <a:xfrm>
            <a:off x="516960" y="2614290"/>
            <a:ext cx="9220200" cy="7605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Handling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Chaining: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collided words in a linked list.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Addressing: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another available index.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Choose It?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arrays and linked lists.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than BSTs for exact-word search.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and more memory-efficient than Tries when prefix search isn't needed. </a:t>
            </a:r>
          </a:p>
          <a:p>
            <a:pPr marL="442592" lvl="1"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22" name="Picture 2" descr="Separate Chaining (Open Hashing) | Collision Control | Hashing in Data  Structures">
            <a:extLst>
              <a:ext uri="{FF2B5EF4-FFF2-40B4-BE49-F238E27FC236}">
                <a16:creationId xmlns:a16="http://schemas.microsoft.com/office/drawing/2014/main" id="{DBBBDFCD-97C0-B165-03A0-B4B00B396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921" y="2614290"/>
            <a:ext cx="5862651" cy="329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5380DF-38F3-57FE-C10D-9D9449AC0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3800" y="6191250"/>
            <a:ext cx="65722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84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67E4-5750-F89B-3B4E-84C2E0B2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D0F79C-3A8E-9695-EE94-EF7D01E8496E}"/>
              </a:ext>
            </a:extLst>
          </p:cNvPr>
          <p:cNvGrpSpPr/>
          <p:nvPr/>
        </p:nvGrpSpPr>
        <p:grpSpPr>
          <a:xfrm>
            <a:off x="635503" y="628518"/>
            <a:ext cx="17106614" cy="1714500"/>
            <a:chOff x="0" y="0"/>
            <a:chExt cx="22808819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804D79-4DD2-1F72-0514-30007847C00B}"/>
                </a:ext>
              </a:extLst>
            </p:cNvPr>
            <p:cNvSpPr/>
            <p:nvPr/>
          </p:nvSpPr>
          <p:spPr>
            <a:xfrm>
              <a:off x="0" y="0"/>
              <a:ext cx="22808819" cy="2286000"/>
            </a:xfrm>
            <a:custGeom>
              <a:avLst/>
              <a:gdLst/>
              <a:ahLst/>
              <a:cxnLst/>
              <a:rect l="l" t="t" r="r" b="b"/>
              <a:pathLst>
                <a:path w="22808819" h="2286000">
                  <a:moveTo>
                    <a:pt x="0" y="0"/>
                  </a:moveTo>
                  <a:lnTo>
                    <a:pt x="22808819" y="0"/>
                  </a:lnTo>
                  <a:lnTo>
                    <a:pt x="2280881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r="3784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5C6538-941E-DDA2-F802-B5D9DA34A0C4}"/>
                </a:ext>
              </a:extLst>
            </p:cNvPr>
            <p:cNvSpPr txBox="1"/>
            <p:nvPr/>
          </p:nvSpPr>
          <p:spPr>
            <a:xfrm>
              <a:off x="0" y="-38100"/>
              <a:ext cx="22808819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AA04959-3366-770F-8EF7-430F8CD04B81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A5EB39-9BCE-8CBE-2C18-45D6997B4D53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FE68239-3A23-4688-726F-C24B6EC9FE1C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9FC9A-5168-CA12-31FD-C5E409F7E4BE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CFE938-DAAE-FC03-BE8E-1F36AFAFB768}"/>
              </a:ext>
            </a:extLst>
          </p:cNvPr>
          <p:cNvSpPr txBox="1"/>
          <p:nvPr/>
        </p:nvSpPr>
        <p:spPr>
          <a:xfrm>
            <a:off x="4572000" y="496054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D5CF7-9B32-E0E4-2CBF-E4D72C41439F}"/>
              </a:ext>
            </a:extLst>
          </p:cNvPr>
          <p:cNvSpPr txBox="1"/>
          <p:nvPr/>
        </p:nvSpPr>
        <p:spPr>
          <a:xfrm>
            <a:off x="635503" y="2447793"/>
            <a:ext cx="8889497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 Table. 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O(1) average search time.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datasets efficiently.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exact word lookup.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 :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Apps, Spell Checkers, Password Verification, Database Indexing. </a:t>
            </a:r>
          </a:p>
          <a:p>
            <a:endParaRPr lang="en-IN" dirty="0"/>
          </a:p>
        </p:txBody>
      </p:sp>
      <p:pic>
        <p:nvPicPr>
          <p:cNvPr id="6146" name="Picture 2" descr="The Best Dictionary Apps for Blogging on iPhone, iPad and Mac Computers |  Master Your Website">
            <a:extLst>
              <a:ext uri="{FF2B5EF4-FFF2-40B4-BE49-F238E27FC236}">
                <a16:creationId xmlns:a16="http://schemas.microsoft.com/office/drawing/2014/main" id="{AF38D3A8-4672-A8AC-77A2-C82F0D5CA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3467100"/>
            <a:ext cx="782955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1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EBD34-AF65-F148-C268-B3C7C2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74093D-611E-823D-A193-6F6F0554E551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FAC796-08B7-524B-E88C-177D16627A98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C27BEF5-4C13-C837-BC8D-911DD795BA45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3: </a:t>
              </a:r>
              <a:r>
                <a:rPr lang="en-US" sz="6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 Scheduling System </a:t>
              </a:r>
              <a:endParaRPr lang="en-US" sz="6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CA93B9A-D9C6-3F3E-B307-2AEAF1A558AE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A8905EA-AD00-ADB0-6746-15DA84782909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11423AA-13FB-0C27-325D-92F001E50A7C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63B2E74-5699-7A94-6CB2-609110CEA197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89E03F9-36B5-D2D4-585A-DC533EC3EE2A}"/>
              </a:ext>
            </a:extLst>
          </p:cNvPr>
          <p:cNvSpPr txBox="1"/>
          <p:nvPr/>
        </p:nvSpPr>
        <p:spPr>
          <a:xfrm>
            <a:off x="704849" y="2195512"/>
            <a:ext cx="11944351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task scheduler executes jobs based on their priority rather than the order in which they arrive.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highest-priority task first.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new tasks efficiently.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completed tasks quickly.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correct priority order while handling dynamic task arrivals.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0C317F-43A1-D95B-F04D-A02C64F19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8594" y="4324796"/>
            <a:ext cx="6367463" cy="35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8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4968-5E23-C4E9-4B06-E55FF5C5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EFE507-2869-7583-205B-4D40649B49C0}"/>
              </a:ext>
            </a:extLst>
          </p:cNvPr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9DC55C-9866-33EC-59D9-2F0FB18E4340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1BDBD8-6CF4-C36C-75A9-63B2187C390A}"/>
                </a:ext>
              </a:extLst>
            </p:cNvPr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Recommended Data Structure </a:t>
              </a: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49162BB-5E52-6764-0272-531DC0D248FA}"/>
              </a:ext>
            </a:extLst>
          </p:cNvPr>
          <p:cNvSpPr txBox="1"/>
          <p:nvPr/>
        </p:nvSpPr>
        <p:spPr>
          <a:xfrm>
            <a:off x="295274" y="3049515"/>
            <a:ext cx="10829925" cy="7729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(Binary Heap) 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 structure where each task is assigned a priority, and the task with the highest priority is processed first.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tasks are inserted into the Binary Heap.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heap automatically reorganizes to maintain the priority order.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highest-priority task is always stored at the root and executed first.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efficient scheduling without sorting the entire task list after every insertion.</a:t>
            </a:r>
          </a:p>
          <a:p>
            <a:endParaRPr lang="en-US" sz="3200" dirty="0"/>
          </a:p>
          <a:p>
            <a:pPr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F721DFE-E8B0-363A-B85C-37601F0EB62F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FC7B3FE-BB73-C501-3CAF-21B9058E755F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C265AAD-E340-38C0-00F4-A506212D4DFE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97CEBFD-9A11-0BF2-3A30-2EBCDAB8F548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pic>
        <p:nvPicPr>
          <p:cNvPr id="8194" name="Picture 2" descr="Priority Queue Data Structure">
            <a:extLst>
              <a:ext uri="{FF2B5EF4-FFF2-40B4-BE49-F238E27FC236}">
                <a16:creationId xmlns:a16="http://schemas.microsoft.com/office/drawing/2014/main" id="{ABD910D0-367C-90F1-FC26-519EA626C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3285792"/>
            <a:ext cx="6323982" cy="561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15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5ED9-9E34-EDDA-A1D7-E067DF7E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7FF737-DF36-4664-D102-77346E4FA103}"/>
              </a:ext>
            </a:extLst>
          </p:cNvPr>
          <p:cNvGrpSpPr/>
          <p:nvPr/>
        </p:nvGrpSpPr>
        <p:grpSpPr>
          <a:xfrm>
            <a:off x="800100" y="587264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39EFFA-8862-253E-257D-897C29BA184C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EB0D96E-661A-6E27-A682-63079D38A3BE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Working &amp; Time Complexity 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9B2692D-CFD7-8C22-EF2A-44F1D53FB482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91C11DE-09EB-EFE3-9FE3-488E8D7A58AD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0260748-1D65-2FFA-8B3D-9541E8DF5EC6}"/>
              </a:ext>
            </a:extLst>
          </p:cNvPr>
          <p:cNvGrpSpPr/>
          <p:nvPr/>
        </p:nvGrpSpPr>
        <p:grpSpPr>
          <a:xfrm>
            <a:off x="15471800" y="262042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57B9447-034F-AC4F-9C2A-9DF0C5C898F4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72F9B3B9-8D63-7C51-F548-2688E9C70938}"/>
              </a:ext>
            </a:extLst>
          </p:cNvPr>
          <p:cNvSpPr txBox="1"/>
          <p:nvPr/>
        </p:nvSpPr>
        <p:spPr>
          <a:xfrm>
            <a:off x="536029" y="2631748"/>
            <a:ext cx="9674771" cy="7567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Task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Highest Priority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 Highest Priority →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retrieval of the highest-priority task.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task priorities automatically.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even when tasks are frequently added or removed.</a:t>
            </a:r>
          </a:p>
          <a:p>
            <a:pPr marL="442597" lvl="1" algn="just">
              <a:lnSpc>
                <a:spcPts val="7011"/>
              </a:lnSpc>
            </a:pPr>
            <a:endParaRPr lang="en-US" sz="4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42" name="Picture 2" descr="Priority Queue in Data Structure: Implementation &amp; Types by Simplilearn">
            <a:extLst>
              <a:ext uri="{FF2B5EF4-FFF2-40B4-BE49-F238E27FC236}">
                <a16:creationId xmlns:a16="http://schemas.microsoft.com/office/drawing/2014/main" id="{9A99F9AA-179F-9959-D2F3-9CBEB13C2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057" y="3009900"/>
            <a:ext cx="7533243" cy="568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2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490B-E573-8492-6E15-BF792EF1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B9ECA5-C5CA-E85C-49B1-7F00EAB8D549}"/>
              </a:ext>
            </a:extLst>
          </p:cNvPr>
          <p:cNvGrpSpPr/>
          <p:nvPr/>
        </p:nvGrpSpPr>
        <p:grpSpPr>
          <a:xfrm>
            <a:off x="516960" y="292198"/>
            <a:ext cx="17225157" cy="2829625"/>
            <a:chOff x="-158057" y="-38100"/>
            <a:chExt cx="22966876" cy="37728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908711-171C-283C-3192-9503E8FB93AD}"/>
                </a:ext>
              </a:extLst>
            </p:cNvPr>
            <p:cNvSpPr/>
            <p:nvPr/>
          </p:nvSpPr>
          <p:spPr>
            <a:xfrm>
              <a:off x="-158057" y="639356"/>
              <a:ext cx="22808819" cy="3095377"/>
            </a:xfrm>
            <a:custGeom>
              <a:avLst/>
              <a:gdLst/>
              <a:ahLst/>
              <a:cxnLst/>
              <a:rect l="l" t="t" r="r" b="b"/>
              <a:pathLst>
                <a:path w="22808819" h="3095377">
                  <a:moveTo>
                    <a:pt x="0" y="0"/>
                  </a:moveTo>
                  <a:lnTo>
                    <a:pt x="22808819" y="0"/>
                  </a:lnTo>
                  <a:lnTo>
                    <a:pt x="22808819" y="3095377"/>
                  </a:lnTo>
                  <a:lnTo>
                    <a:pt x="0" y="3095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18" r="3784" b="-75071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BC79926-D738-A735-BC1D-D00ABBBAEF08}"/>
                </a:ext>
              </a:extLst>
            </p:cNvPr>
            <p:cNvSpPr txBox="1"/>
            <p:nvPr/>
          </p:nvSpPr>
          <p:spPr>
            <a:xfrm>
              <a:off x="0" y="-38100"/>
              <a:ext cx="22808819" cy="3133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Priority Queue ?  </a:t>
              </a: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C45BB75-4EE7-C9EB-2557-D5F7888C9570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A1D065C-E8D4-FC43-4CA9-18CA8A369B40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44E4203-27E4-DBC5-4974-7AE8352A057E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BFC3B44-F331-98A1-BB1E-AF0DCF454125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B607D13-DB12-6498-681F-C8EA87B2F61A}"/>
              </a:ext>
            </a:extLst>
          </p:cNvPr>
          <p:cNvSpPr txBox="1"/>
          <p:nvPr/>
        </p:nvSpPr>
        <p:spPr>
          <a:xfrm>
            <a:off x="516960" y="2614290"/>
            <a:ext cx="9220200" cy="8221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a Normal Queue?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queue follows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First-In, First-Out (FIFO)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Priority Queue executes tasks based on their importance rather than arrival time.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Binary Heap?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priority efficiently.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memory than many alternative implementations.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balanced performance for insertion and deletion operations.</a:t>
            </a:r>
          </a:p>
          <a:p>
            <a:pPr marL="442592" lvl="1"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22" name="Picture 6" descr="Heap / Priority Queue - Astik Anand">
            <a:extLst>
              <a:ext uri="{FF2B5EF4-FFF2-40B4-BE49-F238E27FC236}">
                <a16:creationId xmlns:a16="http://schemas.microsoft.com/office/drawing/2014/main" id="{79D3449F-33AA-9D97-1C7A-F70238EDE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049574"/>
            <a:ext cx="8025525" cy="358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176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08F6-8DEE-49DA-4130-4DD6806F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5EE877-56E2-F48E-F8FD-093F23CEEA84}"/>
              </a:ext>
            </a:extLst>
          </p:cNvPr>
          <p:cNvGrpSpPr/>
          <p:nvPr/>
        </p:nvGrpSpPr>
        <p:grpSpPr>
          <a:xfrm>
            <a:off x="635503" y="628518"/>
            <a:ext cx="17106614" cy="1714500"/>
            <a:chOff x="0" y="0"/>
            <a:chExt cx="22808819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73F504-7C4D-4122-CDB3-8372CAF91B2B}"/>
                </a:ext>
              </a:extLst>
            </p:cNvPr>
            <p:cNvSpPr/>
            <p:nvPr/>
          </p:nvSpPr>
          <p:spPr>
            <a:xfrm>
              <a:off x="0" y="0"/>
              <a:ext cx="22808819" cy="2286000"/>
            </a:xfrm>
            <a:custGeom>
              <a:avLst/>
              <a:gdLst/>
              <a:ahLst/>
              <a:cxnLst/>
              <a:rect l="l" t="t" r="r" b="b"/>
              <a:pathLst>
                <a:path w="22808819" h="2286000">
                  <a:moveTo>
                    <a:pt x="0" y="0"/>
                  </a:moveTo>
                  <a:lnTo>
                    <a:pt x="22808819" y="0"/>
                  </a:lnTo>
                  <a:lnTo>
                    <a:pt x="2280881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r="3784" b="-137056"/>
              </a:stretch>
            </a:blip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74EBDF-6BFD-AB34-DB68-5538DB797583}"/>
                </a:ext>
              </a:extLst>
            </p:cNvPr>
            <p:cNvSpPr txBox="1"/>
            <p:nvPr/>
          </p:nvSpPr>
          <p:spPr>
            <a:xfrm>
              <a:off x="0" y="-38100"/>
              <a:ext cx="22808819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8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DD168E9-A01D-78B4-E66A-F2DC41AC5585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462F17C-5EEB-F1B7-C52D-B18717BA3168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332048E-D4C1-F9B5-EB56-B8EA86817859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F245369-D156-A523-0A8B-B371DD57AC40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8CDB130-FEDE-7D4F-4B93-5FBC5E31B6ED}"/>
              </a:ext>
            </a:extLst>
          </p:cNvPr>
          <p:cNvSpPr txBox="1"/>
          <p:nvPr/>
        </p:nvSpPr>
        <p:spPr>
          <a:xfrm>
            <a:off x="1905000" y="5448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F7D9D-ED93-D3BE-7991-E2B65425F6C2}"/>
              </a:ext>
            </a:extLst>
          </p:cNvPr>
          <p:cNvSpPr txBox="1"/>
          <p:nvPr/>
        </p:nvSpPr>
        <p:spPr>
          <a:xfrm>
            <a:off x="304801" y="2416731"/>
            <a:ext cx="97536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Priority Queue (Binary Heap)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executes the highest-priority task first.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task management with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 and deletion.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systems where priorities change dynamically.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Process Scheduling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Job Scheduling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Emergency Systems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Packet Routing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Simulations</a:t>
            </a:r>
          </a:p>
          <a:p>
            <a:endParaRPr lang="en-IN" dirty="0"/>
          </a:p>
        </p:txBody>
      </p:sp>
      <p:pic>
        <p:nvPicPr>
          <p:cNvPr id="11266" name="Picture 2" descr="Packet flow in different Network - GeeksforGeeks">
            <a:extLst>
              <a:ext uri="{FF2B5EF4-FFF2-40B4-BE49-F238E27FC236}">
                <a16:creationId xmlns:a16="http://schemas.microsoft.com/office/drawing/2014/main" id="{61C1A2FC-FB54-74D6-008E-E829420B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3688794"/>
            <a:ext cx="68484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967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30266" y="1998031"/>
            <a:ext cx="10227478" cy="6290929"/>
            <a:chOff x="0" y="0"/>
            <a:chExt cx="13636638" cy="8387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6625" cy="8387969"/>
            </a:xfrm>
            <a:custGeom>
              <a:avLst/>
              <a:gdLst/>
              <a:ahLst/>
              <a:cxnLst/>
              <a:rect l="l" t="t" r="r" b="b"/>
              <a:pathLst>
                <a:path w="13636625" h="8387969">
                  <a:moveTo>
                    <a:pt x="0" y="0"/>
                  </a:moveTo>
                  <a:lnTo>
                    <a:pt x="13636625" y="0"/>
                  </a:lnTo>
                  <a:lnTo>
                    <a:pt x="13636625" y="8387969"/>
                  </a:lnTo>
                  <a:lnTo>
                    <a:pt x="0" y="838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90" r="-459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938</Words>
  <Application>Microsoft Office PowerPoint</Application>
  <PresentationFormat>Custom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Wingdings</vt:lpstr>
      <vt:lpstr>Times New Roman</vt:lpstr>
      <vt:lpstr>Times New Roman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PORGRAMMING CAPSTONE.pptx</dc:title>
  <dc:creator>Keerthana S</dc:creator>
  <cp:lastModifiedBy>Rumana khan</cp:lastModifiedBy>
  <cp:revision>3</cp:revision>
  <dcterms:created xsi:type="dcterms:W3CDTF">2006-08-16T00:00:00Z</dcterms:created>
  <dcterms:modified xsi:type="dcterms:W3CDTF">2026-07-23T11:41:53Z</dcterms:modified>
  <dc:identifier>DAHNQmaQsgE</dc:identifier>
</cp:coreProperties>
</file>